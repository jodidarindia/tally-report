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MANTHAN X 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0F1B4C"/>
                </a:solidFill>
                <a:latin typeface="Calibri"/>
              </a:rPr>
              <a:t>FLOWRA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2563EB"/>
                </a:solidFill>
                <a:latin typeface="Calibri"/>
              </a:rPr>
              <a:t>Organize. Automate. Accelerate.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An AI-first operating system for Indian SMEs running Tally / Busy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Made by Jodidar India, Raipur, Chhattisgarh,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Founder: Ankit Sarawgi  ·  Team: Punit · Kritika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Pitched at: Manthan X Founders</a:t>
            </a:r>
          </a:p>
        </p:txBody>
      </p:sp>
      <p:pic>
        <p:nvPicPr>
          <p:cNvPr id="11" name="Picture 10" descr="flowra-salesman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10 million Indian SMEs run their books on Tally / Busy — and are stuck there.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Tally / Busy were built in the 1990s — desktop-only, single-machine, no analytics layer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Owners can't see live sales, stock, dispatch or salesman performance unless they sit at the office machine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Field salesmen capture orders on paper / WhatsApp → 2–4 day data lag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Dispatch &amp; receivables are manual — papers move from desk to desk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Hindi-English bilingual + low-bandwidth realities are ignored by most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₹15,000 Cr SME-software TAM in India by 2027.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TAM — 10 M+ active SMEs on Tally / Busy across India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SAM — 1.5 M SMEs with ≥3 employees and a smartphone-using owner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SOM — 50 K early-adopter SMEs in Tier-2 &amp; Tier-3 cities (Year 1 wedge)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Tailwind — Digital India, ONDC, GST 3.0, Account Aggregator → SME digitization is now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Solution — FLOWRA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One cloud layer that sees everything Tally / Busy sees — plus AI on top.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Lightweight Windows agent reads Tally / Busy in real time (no manual export)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Multi-company, multi-branch, multi-FY ready out of the box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Mobile-first dashboards for the owner, salesman, dispatch &amp; CA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AI Insights powered by Gemini &amp; GPT-5 — explains numbers in plain Hindi/English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100% Indian data residency — Mumbai region MongoDB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Suite — 8 Integrated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Each module ships value on day 1; together they replace 6–8 disjoint tools.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1. Sales &amp; Receivables — live aging, top customers, collection nudges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2. Inventory &amp; Stock — ABC, reorder, multi-group filters, PO generation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3. Salesman App — beat plans, daily check-ins, order &amp; payment capture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4. Dispatch Terminal — Kanban board, LR / Bilty upload, porter assignment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5. CA Corner — TDS, GST, balance-sheet reconciliation, journal nudges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6. AI Insights — natural-language Q&amp;A on your own books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50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40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7. FLOWRA Tasks — task &amp; workflow assignment across roles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6007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897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8. FLOWRA Loyalty — built-in customer-rewards engine for SMEs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Why not just build it in Tally / Excel / Zoho?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Tally-native — no double-entry, no CSV imports, no workflow change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Bilingual UI — English + Hindi, Tier-2/Tier-3 ready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Multi-tenant SaaS — full data isolation, GST-compliant audit trail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AI layer — GPT-5 + Gemini, explains receivables / inventory in plain language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FLOWRA Tasks &amp; Loyalty — value-adds Tally / Zoho simply don't have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Made-in-India price points — fraction of Salesforce / Zoho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5 steps from sign-up to first AI insight — under 10 minutes.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1. Owner signs up at flowralive.in (free 7-day trial)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2. Downloads the FLOWRA Tally Sync Agent (10 MB Windows .exe)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3. Agent reads Tally vouchers + masters in real time via official TDL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4. Data lands in encrypted Mumbai-region MongoDB Atlas (multi-tenant)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5. Dashboards + AI Insights + mobile apps light up instantly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Live with pilot customers — feedback-driven product.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Pilot customers across automobile, electrical, textile &amp; lubricant verticals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100K+ Tally vouchers processed in pilots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v9.8.28 desktop agent — Tally Prime 7.0 compatible, hot-update channel live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111 product iterations shipped; 101/101 automated tests green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Bilingual marketing posters + landing page ready (flowralive.in)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Pointers  ·  Slide 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Subscription SaaS · per company · per user · annual upfront.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Tiered subscription: Starter / Growth / Enterprise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Per-additional-user pricing for salesman &amp; dispatch logins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Add-on revenue: WhatsApp credits, AI Calling minutes, GST filing assistance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Pricing — currently pilot test going on; commercial rollout post-pilot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Sticky integration → low expected churn once a tenant onboards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0F1B4C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563EB"/>
                </a:solidFill>
                <a:latin typeface="Calibri"/>
              </a:rPr>
              <a:t>Let's build the operating system for Indian SMEs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Product — flowralive.in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Founder — Ankit Sarawgi  ·  ankit@jodidarindia.in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Company — Jodidar India, Raipur, Chhattisgarh,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Pitched at — Manthan X 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Questions welcome — and demo available on request.</a:t>
            </a:r>
          </a:p>
        </p:txBody>
      </p:sp>
      <p:pic>
        <p:nvPicPr>
          <p:cNvPr id="11" name="Picture 10" descr="flowra-dispatch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